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DEPARTMENT OF COMPUTER ENGINEERING |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MOVIE RECOMMENDER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Intelligent Conversational AI Agent Powered by Google Gemini Pro, LangChain Tool Calling, Multi-Turn Memory Management, and Dynamic Movie Recommender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484632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Presented By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Student: Vivek Patil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Roll No: TY-COMP-054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Seat No: B221054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Academic Year: 2025-2026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840480"/>
            <a:ext cx="502920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Under the Guidance of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Guide: Ms. Pooja Panchal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Designation: Assistant Professor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Department of Computer Engineering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B.Tech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Executive Summary &amp; Project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The Paradigm Shift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Shifting from rigid UI filter drop-downs to fluid, natural human dialogue.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Enables open-ended expressions: 'Suggest a movie for a rainy Sunday night with plot twists'.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Combines generative creativity with deterministic dataset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Conversational Agent Core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Powered by Google Gemini 1.5 LLM with advanced reasoning.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LangChain tool calling executes domain algorithms autonomously.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Sliding-window multi-turn memory maintains continuous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Interactive Rich UI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Dynamic movie cards with TMDB posters and IMDb ratings.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One-click 'Add to Watchlist' directly within the chat stream.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Personalized User Taste Profile Radar chart.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Problem Statement &amp; Industry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Current Industry Limitations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Choice Overload: Users spend over 20 minutes browsing streaming catalogs without deciding.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Inflexible Keyword Search: Traditional engines fail on nuanced descriptions (e.g. 'films with wholesome vibes like Amelie').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Cold-Start &amp; Context Loss: Inability to ask follow-up questions or refine recommendations iteratively.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Black-Box Recommendations: Standard algorithms do not explain why a movie matches the user's current mood.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MovieBot's Proposed Solution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Conversational Natural Language Interface: Chat in natural human language without predefined keywords.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Autonomous Tool Augmentation: Ground recommendations in a verified 5,000+ TMDB catalog via TF-IDF tools.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Multi-Turn Contextual Memory: Seamlessly supports follow-up constraints ('Now filter for PG-13', 'Make it newer than 2018').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Explainable AI: Generates conversational justifications highlighting plot, cast, and mood synergy.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1. NLU &amp; Intent Disambiguation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Accurately categorize conversational intent (Movie Discovery, Synopsis Inquiry, Actor Filter, General Chat).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2. Tool Calling Integration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Equip Google Gemini with structured Python tools (Content Recommender, Genre Filter, Metadata Lookup).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3. Multi-Turn Session Persistence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Maintain session state in SQLite with sliding-window history for multi-round dialogue refinement.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4. Interactive Taste Analytics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Provide real-time Taste Profile Radar visualization and full CRUD management for watchlisted titles.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Literature Survey: Evolution of Conversational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Generation 1: Rule-Based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ELIZA (1966), AIML Chatbots.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Strict keyword pattern matching.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Rigid decision trees with no semantic understanding.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Zero generalizability to complex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Generation 2: Intent-Slot NLU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Rasa NLU, Google Dialogflow.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Statistical ML classifiers for intent &amp; entity extraction.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Handcrafted slot-filling pipelines.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Poor handling of out-of-domain phrasing.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Generation 3: LLM Agents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Gemini 1.5, GPT-4, Toolformer.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Zero-shot reasoning over open-domain natural language.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Function calling &amp; tool invocation.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Adopted in MovieBot with LangChain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Technology Stack &amp; Layered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Frontend &amp; Presentation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Streamlit (Modern Dark Theme): Reactive web chat interface.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Custom CSS Card Components: Responsive movie posters &amp; rating badges.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Plotly Radar Visualizations: Interactive User Taste Profile Radar.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AI Agent &amp; Orchestration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Google Gemini 1.5 API: Foundational LLM reasoning &amp; NLU.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LangChain Agent Framework: Tool binding, execution dispatcher.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Prompt Engineering Engine: Cinephile persona &amp; anti-hallucination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Data &amp; Algorithms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Scikit-Learn TF-IDF: 5,000-feature movie overview vectorizer.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Cosine Similarity Engine: Sub-15ms nearest-neighbor matching.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SQLite Database: User auth, chat history, ratings, and watchlists.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ACADEMIC ARCHITECTURE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DFD Level 0 – Context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Academic Context Level: User Entity to Process 0.0 Movie Recommender Chatbot with stacked I/O flow badges</a:t>
            </a:r>
          </a:p>
        </p:txBody>
      </p:sp>
      <p:pic>
        <p:nvPicPr>
          <p:cNvPr id="5" name="Picture 4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04" y="1554479"/>
            <a:ext cx="764848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ACADEMIC ARCHITECTURE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DFD Level 1 – Functional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Decomposed Level 1 Architecture: 5 Processes, E1 User Entity, and 5 Gane-Sarson Database Stores</a:t>
            </a:r>
          </a:p>
        </p:txBody>
      </p:sp>
      <p:pic>
        <p:nvPicPr>
          <p:cNvPr id="5" name="Picture 4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968" y="1554479"/>
            <a:ext cx="659175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ACADEMIC ARCHITECTURE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DFD Level 2 – Process 3.0 Agent 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Detailed Level 2 Pipeline: Prompt Synthesis, Gemini LLM Reasoning, Tool Execution &amp; Output Card Formatting</a:t>
            </a:r>
          </a:p>
        </p:txBody>
      </p:sp>
      <p:pic>
        <p:nvPicPr>
          <p:cNvPr id="5" name="Picture 4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79" y="1554479"/>
            <a:ext cx="833553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ACADEMIC ARCHITECTURE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Entity-Relationship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Academic Relational Schema: Solid Underline (PK), Dashed Underline (FK), SQL Data Types</a:t>
            </a:r>
          </a:p>
        </p:txBody>
      </p:sp>
      <p:pic>
        <p:nvPicPr>
          <p:cNvPr id="5" name="Picture 4" descr="er_diagram_acade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64" y="1554479"/>
            <a:ext cx="72033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ACADEMIC ARCHITECTURE &amp;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UML 2.0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4A3B8"/>
                </a:solidFill>
              </a:defRPr>
            </a:pPr>
            <a:r>
              <a:t>Standard UML Use Case Model: User Client Actor, Chatbot Boundary, and Google Gemini API Actor</a:t>
            </a:r>
          </a:p>
        </p:txBody>
      </p:sp>
      <p:pic>
        <p:nvPicPr>
          <p:cNvPr id="5" name="Picture 4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541" y="1554479"/>
            <a:ext cx="69686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Prompt Engineering &amp; Agent Persona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System Prompt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Persona Definition: 'MovieBot' is an enthusiastic, intelligent cinephile companion.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Grounding Directives: Strictly forbids hallucinating fabricated release years or ratings.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Tool-Calling Triggers: Explicit instructions when to invoke content similarity vs genre filtering.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Output Formatting: Prescribes structured JSON/Markdown movie card syntax for frontend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Few-Shot In-Context Examples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Example 1 (Mood Query): 'Recommend cozy animation films' -&gt; Invokes search_movies_by_genre_and_mood('Animation', 'cozy', 7.5).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Example 2 (Similarity Query): 'Something like Interstellar' -&gt; Invokes recommend_by_content('Interstellar', top_k=5).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Example 3 (Metadata Query): 'Who directed Inception?' -&gt; Invokes get_movie_details('Inception').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Conversational Follow-ups: Correctly preserves entity context without re-querying everything.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Autonomous Tool-Calling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Tool 1: recommend_by_content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Input: movie_title (str), top_k (int).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Logic: Computes Cosine Similarity on TF-IDF overview vectors.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Output: Top K similar films with release years, similarity scores, and overviews.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Execution Latency: &lt; 15 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Tool 2: search_by_genre_mood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Input: genre (str), mood (str), min_rating (float).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Logic: Multi-criteria dataset filter and popularity ranking.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Output: Ranked list of matching films matching mood nuances.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Execution Latency: &lt; 10 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Tool 3: get_movie_details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Input: movie_id or title (str).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Logic: Retrieves full film metadata, cast, director, TMDB poster URL.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Output: Rich dictionary for UI card rendering.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Execution Latency: &lt; 5 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Multi-Turn Memory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Memory Buffer Mechanics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Sliding Window Buffer: Retains past 10 conversational turns per session.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Entity State Tracking: Maintains tracked actors, excluded titles, and user preferences across turns.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Token Efficiency: Automatically prunes older historical turns to maintain rapid LLM inference times.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Database Persistence: Full chat logs serialized to SQLite for cross-session resume.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Dialogue Progression Example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User Turn 1: 'Suggest me mind-bending sci-fi movies.'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MovieBot Turn 1: 'Here are top picks: Inception, Interstellar, The Matrix.'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User Turn 2: 'I've seen Inception. Suggest only Christopher Nolan films from 2000-2015.'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MovieBot Turn 2: 'Understood! Excluding Inception. Here are Memento (2000), The Prestige (2006), and Interstellar (2014).'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SCREEN 1: USER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Walkthrough: User Registration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2062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Clean modern dark theme onboarding interface.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Full Name, Username, Email, and Password input fields.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SHA-256 secure password hashing on account creation.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Duplicate username &amp; email validation with error prompts.</a:t>
            </a:r>
          </a:p>
        </p:txBody>
      </p:sp>
      <p:pic>
        <p:nvPicPr>
          <p:cNvPr id="5" name="Picture 4" descr="Movie recomendation system Registration 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392023"/>
            <a:ext cx="6217920" cy="29883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SCREEN 2: USER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Walkthrough: User Authentication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2062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Secure login gateway establishing active session tokens.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Seamless transition from registration to login flow.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Loads personalized user watchlist and chat session history.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Instant toast notifications for authentication status.</a:t>
            </a:r>
          </a:p>
        </p:txBody>
      </p:sp>
      <p:pic>
        <p:nvPicPr>
          <p:cNvPr id="5" name="Picture 4" descr="movie recomandation system login page after 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618518"/>
            <a:ext cx="6217920" cy="25353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SCREEN 3: CONVERSATIONAL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Walkthrough: MovieBot Chat Conversation Screen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2062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Conversational dialogue interface powered by Google Gemini.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Interactive movie cards with high-res TMDB posters.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IMDb ratings, release years, and film synopsis badges.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Instant 'Add to Watchlist' button directly in chat stream.</a:t>
            </a:r>
          </a:p>
        </p:txBody>
      </p:sp>
      <p:pic>
        <p:nvPicPr>
          <p:cNvPr id="5" name="Picture 4" descr="MOVIERECOMENDER CHATBOT CONVERSETION 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993034"/>
            <a:ext cx="6217920" cy="37863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SCREEN 4: USER PROFILE &amp;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UI Walkthrough: Taste Profile Radar &amp; Watchlist CRUD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2062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Key Features &amp; Architecture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User Taste Profile Radar Chart analyzing genre preferences.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Visual affinity distribution across Action, Sci-Fi, Drama, etc.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Full CRUD operations for managing rated movies and watchlists.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Real-time profile updates based on chat interactions.</a:t>
            </a:r>
          </a:p>
        </p:txBody>
      </p:sp>
      <p:pic>
        <p:nvPicPr>
          <p:cNvPr id="5" name="Picture 4" descr="movie recomandation profile preview and and crud op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562540"/>
            <a:ext cx="6217920" cy="26473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System Testing &amp; Latency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Automated Pytest Validation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Intent Classification Accuracy: 96.4% on 250 test prompts.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Tool Calling Dispatch Precision: 98.2% across domain functions.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Session Memory Integrity: 100% verified across multi-turn exchanges.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Zero Hallucination Rate: 0% ungrounded movies due to tool binding.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Latency &amp; Response Benchmarks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TF-IDF Vector Similarity Query: &lt; 15 ms (Local NumPy matrix).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Google Gemini 1.5 API Call: 450 - 750 ms (Streaming output).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TMDB Poster CDN Load: 120 - 250 ms (Cached image delivery).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SQLite Session Persistence: &lt; 5 ms (Zero transaction lag).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Conclusion &amp; Key Achievements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Key Project Milestones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Bridged Generative AI and Classical ML: Enhanced LLMs with deterministic TF-IDF recommender tools.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Natural Dialogue Discovery: Enabled users to discover films using colloquial, mood-based human language.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Zero-Hallucination Recommender: Ensured all film suggestions exist with real metadata, posters, and ratings.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End-to-End Production Quality: Built with full authentication, persistent storage, and responsive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Technical Highlights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Google Gemini 1.5 Pro integration via LangChain tool orchestrator.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High-resolution academic diagrams adhering to rigorous engineering standards.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Interactive Taste Profile Radar chart dynamically reflecting preferences.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Comprehensive Pytest test suite with 100% core coverage.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MOVIE RECOMMENDER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Future Scope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1. Voice Assistant Integration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Integrate Web Speech API for voice prompts and spoken audio replies.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3B82F6"/>
                </a:solidFill>
              </a:defRPr>
            </a:pPr>
            <a:r>
              <a:t>2. Multilingual Support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Add multilingual prompting for Hindi, Marathi, Spanish, and French.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3. Vector DB Embeddings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Implement ChromaDB / FAISS with OpenAI text-embedding-3-small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A855F7"/>
                </a:solidFill>
              </a:defRPr>
            </a:pPr>
            <a:r>
              <a:t>4. Real-time OTT Availability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Integrate JustWatch API to show live Netflix, Prime, and Disney+ stream links.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6B6D4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Questions &amp; Discussions are Welcome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91840"/>
            <a:ext cx="48463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6B6D4"/>
                </a:solidFill>
              </a:defRPr>
            </a:pPr>
            <a:r>
              <a:t>Student Details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Name: Vivek Patil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Roll No: TY-COMP-054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Seat No: B221054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Department of Computer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291840"/>
            <a:ext cx="502920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Project Guide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Guide Name: Ms. Pooja Panchal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Designation: Assistant Professor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Department of Computer Engineering</a:t>
            </a:r>
          </a:p>
          <a:p>
            <a:pPr>
              <a:spcAft>
                <a:spcPts val="400"/>
              </a:spcAft>
              <a:defRPr sz="1150">
                <a:solidFill>
                  <a:srgbClr val="F8FAFC"/>
                </a:solidFill>
              </a:defRPr>
            </a:pPr>
            <a:r>
              <a:t>• Academic Year: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